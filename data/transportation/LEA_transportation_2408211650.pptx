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9" r:id="rId2"/>
  </p:sldIdLst>
  <p:sldSz cx="59436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1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95B"/>
    <a:srgbClr val="00ADEF"/>
    <a:srgbClr val="66A73A"/>
    <a:srgbClr val="FF689B"/>
    <a:srgbClr val="AC8259"/>
    <a:srgbClr val="008080"/>
    <a:srgbClr val="FFAFAF"/>
    <a:srgbClr val="273C18"/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15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2058" y="60"/>
      </p:cViewPr>
      <p:guideLst>
        <p:guide orient="horz" pos="2592"/>
        <p:guide pos="1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1346836"/>
            <a:ext cx="5052060" cy="2865120"/>
          </a:xfrm>
        </p:spPr>
        <p:txBody>
          <a:bodyPr anchor="b"/>
          <a:lstStyle>
            <a:lvl1pPr algn="ctr">
              <a:defRPr sz="39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4322446"/>
            <a:ext cx="4457700" cy="1986914"/>
          </a:xfrm>
        </p:spPr>
        <p:txBody>
          <a:bodyPr/>
          <a:lstStyle>
            <a:lvl1pPr marL="0" indent="0" algn="ctr">
              <a:buNone/>
              <a:defRPr sz="1560"/>
            </a:lvl1pPr>
            <a:lvl2pPr marL="297180" indent="0" algn="ctr">
              <a:buNone/>
              <a:defRPr sz="1300"/>
            </a:lvl2pPr>
            <a:lvl3pPr marL="594360" indent="0" algn="ctr">
              <a:buNone/>
              <a:defRPr sz="1170"/>
            </a:lvl3pPr>
            <a:lvl4pPr marL="891540" indent="0" algn="ctr">
              <a:buNone/>
              <a:defRPr sz="1040"/>
            </a:lvl4pPr>
            <a:lvl5pPr marL="1188720" indent="0" algn="ctr">
              <a:buNone/>
              <a:defRPr sz="1040"/>
            </a:lvl5pPr>
            <a:lvl6pPr marL="1485900" indent="0" algn="ctr">
              <a:buNone/>
              <a:defRPr sz="1040"/>
            </a:lvl6pPr>
            <a:lvl7pPr marL="1783080" indent="0" algn="ctr">
              <a:buNone/>
              <a:defRPr sz="1040"/>
            </a:lvl7pPr>
            <a:lvl8pPr marL="2080260" indent="0" algn="ctr">
              <a:buNone/>
              <a:defRPr sz="1040"/>
            </a:lvl8pPr>
            <a:lvl9pPr marL="2377440" indent="0" algn="ctr">
              <a:buNone/>
              <a:defRPr sz="104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569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34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2051688"/>
            <a:ext cx="5126355" cy="3423284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5507358"/>
            <a:ext cx="5126355" cy="1800224"/>
          </a:xfrm>
        </p:spPr>
        <p:txBody>
          <a:bodyPr/>
          <a:lstStyle>
            <a:lvl1pPr marL="0" indent="0">
              <a:buNone/>
              <a:defRPr sz="1560">
                <a:solidFill>
                  <a:schemeClr val="tx1"/>
                </a:solidFill>
              </a:defRPr>
            </a:lvl1pPr>
            <a:lvl2pPr marL="2971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594360" indent="0">
              <a:buNone/>
              <a:defRPr sz="1170">
                <a:solidFill>
                  <a:schemeClr val="tx1">
                    <a:tint val="75000"/>
                  </a:schemeClr>
                </a:solidFill>
              </a:defRPr>
            </a:lvl3pPr>
            <a:lvl4pPr marL="89154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72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9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308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8026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744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614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2190750"/>
            <a:ext cx="2526030" cy="522160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2190750"/>
            <a:ext cx="2526030" cy="522160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500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438152"/>
            <a:ext cx="5126355" cy="1590676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2017396"/>
            <a:ext cx="2514421" cy="988694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3006090"/>
            <a:ext cx="2514421" cy="442150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2017396"/>
            <a:ext cx="2526804" cy="988694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3006090"/>
            <a:ext cx="2526804" cy="4421506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592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3669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8042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548640"/>
            <a:ext cx="1916966" cy="192024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1184912"/>
            <a:ext cx="3008948" cy="5848350"/>
          </a:xfrm>
        </p:spPr>
        <p:txBody>
          <a:bodyPr/>
          <a:lstStyle>
            <a:lvl1pPr>
              <a:defRPr sz="2080"/>
            </a:lvl1pPr>
            <a:lvl2pPr>
              <a:defRPr sz="1820"/>
            </a:lvl2pPr>
            <a:lvl3pPr>
              <a:defRPr sz="156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468880"/>
            <a:ext cx="1916966" cy="4573906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436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548640"/>
            <a:ext cx="1916966" cy="192024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1184912"/>
            <a:ext cx="3008948" cy="5848350"/>
          </a:xfrm>
        </p:spPr>
        <p:txBody>
          <a:bodyPr anchor="t"/>
          <a:lstStyle>
            <a:lvl1pPr marL="0" indent="0">
              <a:buNone/>
              <a:defRPr sz="2080"/>
            </a:lvl1pPr>
            <a:lvl2pPr marL="297180" indent="0">
              <a:buNone/>
              <a:defRPr sz="1820"/>
            </a:lvl2pPr>
            <a:lvl3pPr marL="594360" indent="0">
              <a:buNone/>
              <a:defRPr sz="1560"/>
            </a:lvl3pPr>
            <a:lvl4pPr marL="891540" indent="0">
              <a:buNone/>
              <a:defRPr sz="1300"/>
            </a:lvl4pPr>
            <a:lvl5pPr marL="1188720" indent="0">
              <a:buNone/>
              <a:defRPr sz="1300"/>
            </a:lvl5pPr>
            <a:lvl6pPr marL="1485900" indent="0">
              <a:buNone/>
              <a:defRPr sz="1300"/>
            </a:lvl6pPr>
            <a:lvl7pPr marL="1783080" indent="0">
              <a:buNone/>
              <a:defRPr sz="1300"/>
            </a:lvl7pPr>
            <a:lvl8pPr marL="2080260" indent="0">
              <a:buNone/>
              <a:defRPr sz="1300"/>
            </a:lvl8pPr>
            <a:lvl9pPr marL="2377440" indent="0">
              <a:buNone/>
              <a:defRPr sz="13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468880"/>
            <a:ext cx="1916966" cy="4573906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3105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50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438150"/>
            <a:ext cx="1281589" cy="6974206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438150"/>
            <a:ext cx="3770471" cy="6974206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66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438152"/>
            <a:ext cx="5126355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2190750"/>
            <a:ext cx="5126355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7627622"/>
            <a:ext cx="133731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B05D6-9CCA-4D09-8977-FDD8393092E6}" type="datetimeFigureOut">
              <a:rPr kumimoji="1" lang="ja-JP" altLang="en-US" smtClean="0"/>
              <a:t>2024/8/21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7627622"/>
            <a:ext cx="200596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7627622"/>
            <a:ext cx="133731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29538-551A-4B08-A80A-90EC926B7D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1055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94360" rtl="0" eaLnBrk="1" latinLnBrk="0" hangingPunct="1">
        <a:lnSpc>
          <a:spcPct val="90000"/>
        </a:lnSpc>
        <a:spcBef>
          <a:spcPct val="0"/>
        </a:spcBef>
        <a:buNone/>
        <a:defRPr kumimoji="1" sz="2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90" indent="-148590" algn="l" defTabSz="59436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kumimoji="1" sz="182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401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33731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63449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9316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2288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1pPr>
      <a:lvl2pPr marL="29718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2pPr>
      <a:lvl3pPr marL="59436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48590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08026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algn="l" defTabSz="594360" rtl="0" eaLnBrk="1" latinLnBrk="0" hangingPunct="1">
        <a:defRPr kumimoji="1" sz="11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94" y="1077146"/>
            <a:ext cx="4953335" cy="3102911"/>
          </a:xfrm>
          <a:prstGeom prst="rect">
            <a:avLst/>
          </a:prstGeom>
        </p:spPr>
      </p:pic>
      <p:cxnSp>
        <p:nvCxnSpPr>
          <p:cNvPr id="6" name="直線コネクタ 5"/>
          <p:cNvCxnSpPr/>
          <p:nvPr/>
        </p:nvCxnSpPr>
        <p:spPr>
          <a:xfrm>
            <a:off x="761664" y="1012374"/>
            <a:ext cx="0" cy="284400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686379" y="4190047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kumimoji="1" lang="ja-JP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 rot="16200000">
            <a:off x="-335890" y="2204740"/>
            <a:ext cx="12153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rate [%]</a:t>
            </a:r>
            <a:endParaRPr kumimoji="1" lang="ja-JP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正方形/長方形 9"/>
          <p:cNvSpPr/>
          <p:nvPr/>
        </p:nvSpPr>
        <p:spPr>
          <a:xfrm>
            <a:off x="2648642" y="461993"/>
            <a:ext cx="21696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</a:t>
            </a:r>
            <a:r>
              <a:rPr lang="en-US" altLang="ja-JP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aftershocks </a:t>
            </a:r>
            <a:r>
              <a:rPr lang="en-US" altLang="ja-JP" sz="1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occurred </a:t>
            </a:r>
            <a:br>
              <a:rPr lang="en-US" altLang="ja-JP" sz="1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ja-JP" sz="1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US" altLang="ja-JP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April </a:t>
            </a:r>
            <a:r>
              <a:rPr lang="en-US" altLang="ja-JP" sz="1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7th and 11th</a:t>
            </a:r>
            <a:endParaRPr lang="ja-JP" altLang="en-US" sz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435094" y="450211"/>
            <a:ext cx="29718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Great East Japan Earthquake</a:t>
            </a:r>
            <a:endParaRPr lang="ja-JP" altLang="en-US" sz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線矢印コネクタ 16"/>
          <p:cNvCxnSpPr/>
          <p:nvPr/>
        </p:nvCxnSpPr>
        <p:spPr>
          <a:xfrm flipH="1">
            <a:off x="761664" y="727210"/>
            <a:ext cx="0" cy="216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/>
          <p:cNvSpPr/>
          <p:nvPr/>
        </p:nvSpPr>
        <p:spPr>
          <a:xfrm>
            <a:off x="2688772" y="1030298"/>
            <a:ext cx="360000" cy="2808000"/>
          </a:xfrm>
          <a:prstGeom prst="rect">
            <a:avLst/>
          </a:prstGeom>
          <a:solidFill>
            <a:srgbClr val="FFAFA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矢印コネクタ 21"/>
          <p:cNvCxnSpPr/>
          <p:nvPr/>
        </p:nvCxnSpPr>
        <p:spPr>
          <a:xfrm flipH="1">
            <a:off x="2857549" y="904690"/>
            <a:ext cx="0" cy="144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3793423" y="2509083"/>
            <a:ext cx="304800" cy="0"/>
          </a:xfrm>
          <a:prstGeom prst="line">
            <a:avLst/>
          </a:prstGeom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/>
          <p:cNvSpPr txBox="1"/>
          <p:nvPr/>
        </p:nvSpPr>
        <p:spPr>
          <a:xfrm>
            <a:off x="4087494" y="2377672"/>
            <a:ext cx="888385" cy="11311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14000"/>
              </a:lnSpc>
            </a:pPr>
            <a:r>
              <a:rPr kumimoji="1" lang="en-US" altLang="ja-JP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Expressway</a:t>
            </a:r>
          </a:p>
          <a:p>
            <a:pPr>
              <a:lnSpc>
                <a:spcPct val="114000"/>
              </a:lnSpc>
            </a:pPr>
            <a:r>
              <a:rPr kumimoji="1" lang="en-US" altLang="ja-JP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road</a:t>
            </a:r>
          </a:p>
          <a:p>
            <a:pPr>
              <a:lnSpc>
                <a:spcPct val="114000"/>
              </a:lnSpc>
            </a:pPr>
            <a:r>
              <a:rPr kumimoji="1" lang="en-US" altLang="ja-JP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Bullet train</a:t>
            </a:r>
          </a:p>
          <a:p>
            <a:pPr>
              <a:lnSpc>
                <a:spcPct val="114000"/>
              </a:lnSpc>
            </a:pPr>
            <a:r>
              <a:rPr kumimoji="1" lang="en-US" altLang="ja-JP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 train</a:t>
            </a:r>
          </a:p>
          <a:p>
            <a:pPr>
              <a:lnSpc>
                <a:spcPct val="114000"/>
              </a:lnSpc>
            </a:pPr>
            <a:r>
              <a:rPr kumimoji="1" lang="en-US" altLang="ja-JP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Airport</a:t>
            </a:r>
          </a:p>
          <a:p>
            <a:pPr>
              <a:lnSpc>
                <a:spcPct val="114000"/>
              </a:lnSpc>
            </a:pPr>
            <a:r>
              <a:rPr kumimoji="1" lang="en-US" altLang="ja-JP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Seaport</a:t>
            </a:r>
            <a:endParaRPr kumimoji="1" lang="ja-JP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3793423" y="3379940"/>
            <a:ext cx="304800" cy="0"/>
          </a:xfrm>
          <a:prstGeom prst="line">
            <a:avLst/>
          </a:prstGeom>
          <a:ln w="19050">
            <a:solidFill>
              <a:srgbClr val="0019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>
            <a:off x="3793423" y="2683254"/>
            <a:ext cx="304800" cy="0"/>
          </a:xfrm>
          <a:prstGeom prst="line">
            <a:avLst/>
          </a:prstGeom>
          <a:ln w="19050">
            <a:solidFill>
              <a:srgbClr val="AC82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/>
          <p:nvPr/>
        </p:nvCxnSpPr>
        <p:spPr>
          <a:xfrm>
            <a:off x="3793423" y="2857425"/>
            <a:ext cx="304800" cy="0"/>
          </a:xfrm>
          <a:prstGeom prst="line">
            <a:avLst/>
          </a:prstGeom>
          <a:ln w="19050">
            <a:solidFill>
              <a:srgbClr val="FF6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/>
          <p:nvPr/>
        </p:nvCxnSpPr>
        <p:spPr>
          <a:xfrm>
            <a:off x="3793423" y="3031596"/>
            <a:ext cx="304800" cy="0"/>
          </a:xfrm>
          <a:prstGeom prst="line">
            <a:avLst/>
          </a:prstGeom>
          <a:ln w="19050">
            <a:solidFill>
              <a:srgbClr val="66A7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/>
          <p:cNvCxnSpPr/>
          <p:nvPr/>
        </p:nvCxnSpPr>
        <p:spPr>
          <a:xfrm>
            <a:off x="3793423" y="3205767"/>
            <a:ext cx="304800" cy="0"/>
          </a:xfrm>
          <a:prstGeom prst="line">
            <a:avLst/>
          </a:prstGeom>
          <a:ln w="19050">
            <a:solidFill>
              <a:srgbClr val="00AD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正方形/長方形 30"/>
          <p:cNvSpPr/>
          <p:nvPr/>
        </p:nvSpPr>
        <p:spPr>
          <a:xfrm>
            <a:off x="3708400" y="2387600"/>
            <a:ext cx="1267479" cy="114967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4835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455</TotalTime>
  <Words>27</Words>
  <Application>Microsoft Office PowerPoint</Application>
  <PresentationFormat>ユーザー設定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游ゴシック</vt:lpstr>
      <vt:lpstr>游ゴシック Light</vt:lpstr>
      <vt:lpstr>Arial</vt:lpstr>
      <vt:lpstr>Calibri</vt:lpstr>
      <vt:lpstr>Calibri Light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Homma Yudai</dc:creator>
  <cp:lastModifiedBy>Homma Yudai</cp:lastModifiedBy>
  <cp:revision>64</cp:revision>
  <dcterms:created xsi:type="dcterms:W3CDTF">2021-08-01T15:28:30Z</dcterms:created>
  <dcterms:modified xsi:type="dcterms:W3CDTF">2024-08-21T08:06:28Z</dcterms:modified>
</cp:coreProperties>
</file>