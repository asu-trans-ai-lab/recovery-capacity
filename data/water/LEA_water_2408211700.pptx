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72" r:id="rId3"/>
  </p:sldIdLst>
  <p:sldSz cx="59436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5F"/>
    <a:srgbClr val="6385B7"/>
    <a:srgbClr val="00195B"/>
    <a:srgbClr val="00ADEF"/>
    <a:srgbClr val="66A73A"/>
    <a:srgbClr val="FF689B"/>
    <a:srgbClr val="AC8259"/>
    <a:srgbClr val="008080"/>
    <a:srgbClr val="FFAFAF"/>
    <a:srgbClr val="27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5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526" y="-270"/>
      </p:cViewPr>
      <p:guideLst>
        <p:guide orient="horz" pos="2592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346836"/>
            <a:ext cx="5052060" cy="2865120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322446"/>
            <a:ext cx="4457700" cy="1986914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69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34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051688"/>
            <a:ext cx="5126355" cy="3423284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5507358"/>
            <a:ext cx="5126355" cy="1800224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/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75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1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190750"/>
            <a:ext cx="2526030" cy="52216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190750"/>
            <a:ext cx="2526030" cy="52216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00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38152"/>
            <a:ext cx="5126355" cy="1590676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017396"/>
            <a:ext cx="2514421" cy="988694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3006090"/>
            <a:ext cx="2514421" cy="44215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017396"/>
            <a:ext cx="2526804" cy="988694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3006090"/>
            <a:ext cx="2526804" cy="44215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92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66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04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48640"/>
            <a:ext cx="1916966" cy="192024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184912"/>
            <a:ext cx="3008948" cy="5848350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468880"/>
            <a:ext cx="1916966" cy="4573906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36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48640"/>
            <a:ext cx="1916966" cy="192024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184912"/>
            <a:ext cx="3008948" cy="5848350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468880"/>
            <a:ext cx="1916966" cy="4573906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10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50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38150"/>
            <a:ext cx="1281589" cy="6974206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38150"/>
            <a:ext cx="3770471" cy="6974206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66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38152"/>
            <a:ext cx="512635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190750"/>
            <a:ext cx="512635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7627622"/>
            <a:ext cx="133731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7627622"/>
            <a:ext cx="20059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7627622"/>
            <a:ext cx="133731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05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kumimoji="1"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5" y="1026346"/>
            <a:ext cx="4842892" cy="3102911"/>
          </a:xfrm>
          <a:prstGeom prst="rect">
            <a:avLst/>
          </a:prstGeom>
        </p:spPr>
      </p:pic>
      <p:cxnSp>
        <p:nvCxnSpPr>
          <p:cNvPr id="6" name="直線コネクタ 5"/>
          <p:cNvCxnSpPr/>
          <p:nvPr/>
        </p:nvCxnSpPr>
        <p:spPr>
          <a:xfrm>
            <a:off x="761664" y="1012374"/>
            <a:ext cx="0" cy="28440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635942" y="4081588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kumimoji="1" lang="ja-JP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 rot="16200000">
            <a:off x="-335890" y="2204740"/>
            <a:ext cx="12153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rate [%]</a:t>
            </a:r>
            <a:endParaRPr kumimoji="1" lang="ja-JP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137592" y="449293"/>
            <a:ext cx="21696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aftershocks </a:t>
            </a: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occurred </a:t>
            </a:r>
            <a:b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 </a:t>
            </a: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7th and 11th</a:t>
            </a:r>
            <a:endParaRPr lang="ja-JP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35094" y="450211"/>
            <a:ext cx="29718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Great East Japan Earthquake</a:t>
            </a:r>
            <a:endParaRPr lang="ja-JP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H="1">
            <a:off x="761664" y="727210"/>
            <a:ext cx="0" cy="216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3171345" y="1074824"/>
            <a:ext cx="360000" cy="2736000"/>
          </a:xfrm>
          <a:prstGeom prst="rect">
            <a:avLst/>
          </a:prstGeom>
          <a:solidFill>
            <a:srgbClr val="FFAFA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矢印コネクタ 21"/>
          <p:cNvCxnSpPr/>
          <p:nvPr/>
        </p:nvCxnSpPr>
        <p:spPr>
          <a:xfrm flipH="1">
            <a:off x="3346499" y="891990"/>
            <a:ext cx="0" cy="144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3793423" y="2509083"/>
            <a:ext cx="304800" cy="0"/>
          </a:xfrm>
          <a:prstGeom prst="line">
            <a:avLst/>
          </a:prstGeom>
          <a:ln w="19050">
            <a:solidFill>
              <a:srgbClr val="001E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4087494" y="2377672"/>
            <a:ext cx="92525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data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</a:t>
            </a:r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線コネクタ 26"/>
          <p:cNvCxnSpPr/>
          <p:nvPr/>
        </p:nvCxnSpPr>
        <p:spPr>
          <a:xfrm>
            <a:off x="3793423" y="2683254"/>
            <a:ext cx="304800" cy="0"/>
          </a:xfrm>
          <a:prstGeom prst="line">
            <a:avLst/>
          </a:prstGeom>
          <a:ln w="19050">
            <a:solidFill>
              <a:srgbClr val="6385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/>
          <p:cNvSpPr/>
          <p:nvPr/>
        </p:nvSpPr>
        <p:spPr>
          <a:xfrm>
            <a:off x="3708400" y="2387601"/>
            <a:ext cx="1267479" cy="44724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/>
          <p:cNvSpPr/>
          <p:nvPr/>
        </p:nvSpPr>
        <p:spPr>
          <a:xfrm>
            <a:off x="3908662" y="2473083"/>
            <a:ext cx="72000" cy="72000"/>
          </a:xfrm>
          <a:prstGeom prst="ellipse">
            <a:avLst/>
          </a:prstGeom>
          <a:solidFill>
            <a:srgbClr val="001E5F"/>
          </a:solidFill>
          <a:ln>
            <a:solidFill>
              <a:srgbClr val="001E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557" y="2626735"/>
            <a:ext cx="248142" cy="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5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65" y="1225723"/>
            <a:ext cx="4842892" cy="2902276"/>
          </a:xfrm>
          <a:prstGeom prst="rect">
            <a:avLst/>
          </a:prstGeom>
        </p:spPr>
      </p:pic>
      <p:cxnSp>
        <p:nvCxnSpPr>
          <p:cNvPr id="6" name="直線コネクタ 5"/>
          <p:cNvCxnSpPr/>
          <p:nvPr/>
        </p:nvCxnSpPr>
        <p:spPr>
          <a:xfrm>
            <a:off x="792144" y="1012374"/>
            <a:ext cx="0" cy="28080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635942" y="4180648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kumimoji="1" lang="ja-JP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65574" y="450211"/>
            <a:ext cx="29718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Great East Japan Earthquake</a:t>
            </a:r>
            <a:endParaRPr lang="ja-JP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H="1">
            <a:off x="792144" y="727210"/>
            <a:ext cx="0" cy="216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楕円 3"/>
          <p:cNvSpPr/>
          <p:nvPr/>
        </p:nvSpPr>
        <p:spPr>
          <a:xfrm>
            <a:off x="904316" y="1336286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16" y="1157819"/>
            <a:ext cx="237244" cy="135808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8154" y="2557154"/>
            <a:ext cx="217124" cy="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222.031"/>
  <p:tag name="LATEXADDIN" val="\documentclass{jsarticle}&#10;\usepackage{amsmath,amssymb,amscd}&#10;\usepackage{color}&#10;\pagestyle{empty}&#10;\definecolor{jalred}{rgb}{0.753,0.0,0.0}&#10;\definecolor{myred}{cmyk}{0.08,0.64,0.32,0.0}&#10;\definecolor{myblue}{cmyk}{0.75,0.20,0.05,0.0}&#10;\definecolor{myblue2}{rgb}{0.2,0.5,1.0}&#10;\definecolor{mypurple}{cmyk}{0.70,0.50,0.0,0.0}&#10;\newcommand{\mathvc}[1]{\makebox{\boldmath$#1$}}&#10;\newcommand{\dd}{\textrm{d}}&#10;\newcommand{\dlim}{\displaystyle \lim}&#10;\newcommand{\dint}{\displaystyle \int}&#10;\newcommand{\dsum}{\displaystyle \sum}&#10;\newcommand{\dprod}{\displaystyle \prod}&#10;\newcommand{\defeq}{\stackrel{\text{\scriptsize def}}{=}}&#10;\begin{document}&#10;\begin{align*}&#10;F(t)&#10;\end{align*}&#10;\end{document}"/>
  <p:tag name="IGUANATEXSIZE" val="11"/>
  <p:tag name="IGUANATEXCURSOR" val="650"/>
  <p:tag name="TRANSPARENCY" val="False"/>
  <p:tag name="FILENAME" val=""/>
  <p:tag name="LATEXENGINEID" val="4"/>
  <p:tag name="TEMPFOLDER" val="c:\iguana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.5169"/>
  <p:tag name="ORIGINALWIDTH" val="212.2796"/>
  <p:tag name="LATEXADDIN" val="\documentclass{jsarticle}&#10;\usepackage{amsmath,amssymb,amscd}&#10;\usepackage{color}&#10;\pagestyle{empty}&#10;\definecolor{jalred}{rgb}{0.753,0.0,0.0}&#10;\definecolor{myred}{cmyk}{0.08,0.64,0.32,0.0}&#10;\definecolor{myblue}{cmyk}{0.75,0.20,0.05,0.0}&#10;\definecolor{myblue2}{rgb}{0.2,0.5,1.0}&#10;\definecolor{mypurple}{cmyk}{0.70,0.50,0.0,0.0}&#10;\newcommand{\mathvc}[1]{\makebox{\boldmath$#1$}}&#10;\newcommand{\dd}{\textrm{d}}&#10;\newcommand{\dlim}{\displaystyle \lim}&#10;\newcommand{\dint}{\displaystyle \int}&#10;\newcommand{\dsum}{\displaystyle \sum}&#10;\newcommand{\dprod}{\displaystyle \prod}&#10;\newcommand{\defeq}{\stackrel{\text{\scriptsize def}}{=}}&#10;\begin{document}&#10;\begin{align*}&#10;h_{cap}&#10;\end{align*}&#10;\end{document}"/>
  <p:tag name="IGUANATEXSIZE" val="11"/>
  <p:tag name="IGUANATEXCURSOR" val="653"/>
  <p:tag name="TRANSPARENCY" val="False"/>
  <p:tag name="FILENAME" val=""/>
  <p:tag name="LATEXENGINEID" val="4"/>
  <p:tag name="TEMPFOLDER" val="c:\iguana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.5174"/>
  <p:tag name="ORIGINALWIDTH" val="194.2771"/>
  <p:tag name="LATEXADDIN" val="\documentclass{jsarticle}&#10;\usepackage{amsmath,amssymb,amscd}&#10;\usepackage{color}&#10;\pagestyle{empty}&#10;\definecolor{jalred}{rgb}{0.753,0.0,0.0}&#10;\definecolor{myred}{cmyk}{0.08,0.64,0.32,0.0}&#10;\definecolor{myblue}{cmyk}{0.75,0.20,0.05,0.0}&#10;\definecolor{myblue2}{rgb}{0.2,0.5,1.0}&#10;\definecolor{mypurple}{cmyk}{0.70,0.50,0.0,0.0}&#10;\newcommand{\mathvc}[1]{\makebox{\boldmath$#1$}}&#10;\newcommand{\dd}{\textrm{d}}&#10;\newcommand{\dlim}{\displaystyle \lim}&#10;\newcommand{\dint}{\displaystyle \int}&#10;\newcommand{\dsum}{\displaystyle \sum}&#10;\newcommand{\dprod}{\displaystyle \prod}&#10;\newcommand{\defeq}{\stackrel{\text{\scriptsize def}}{=}}&#10;\begin{document}&#10;\begin{align*}&#10;h(t)&#10;\end{align*}&#10;\end{document}"/>
  <p:tag name="IGUANATEXSIZE" val="11"/>
  <p:tag name="IGUANATEXCURSOR" val="647"/>
  <p:tag name="TRANSPARENCY" val="False"/>
  <p:tag name="FILENAME" val=""/>
  <p:tag name="LATEXENGINEID" val="4"/>
  <p:tag name="TEMPFOLDER" val="c:\iguana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471</TotalTime>
  <Words>27</Words>
  <Application>Microsoft Office PowerPoint</Application>
  <PresentationFormat>ユーザー設定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Homma Yudai</dc:creator>
  <cp:lastModifiedBy>Homma Yudai</cp:lastModifiedBy>
  <cp:revision>66</cp:revision>
  <dcterms:created xsi:type="dcterms:W3CDTF">2021-08-01T15:28:30Z</dcterms:created>
  <dcterms:modified xsi:type="dcterms:W3CDTF">2024-08-21T08:22:44Z</dcterms:modified>
</cp:coreProperties>
</file>